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8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2C2E-AD48-4B2E-80CD-1260A820A3B9}" type="datetimeFigureOut">
              <a:rPr lang="id-ID" smtClean="0"/>
              <a:t>10/10/2024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5D6A-EB7D-45B1-B382-EA5E12B9C5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4001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2C2E-AD48-4B2E-80CD-1260A820A3B9}" type="datetimeFigureOut">
              <a:rPr lang="id-ID" smtClean="0"/>
              <a:t>10/10/2024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5D6A-EB7D-45B1-B382-EA5E12B9C5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76067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2C2E-AD48-4B2E-80CD-1260A820A3B9}" type="datetimeFigureOut">
              <a:rPr lang="id-ID" smtClean="0"/>
              <a:t>10/10/2024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5D6A-EB7D-45B1-B382-EA5E12B9C5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43397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2C2E-AD48-4B2E-80CD-1260A820A3B9}" type="datetimeFigureOut">
              <a:rPr lang="id-ID" smtClean="0"/>
              <a:t>10/10/2024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5D6A-EB7D-45B1-B382-EA5E12B9C5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1604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2C2E-AD48-4B2E-80CD-1260A820A3B9}" type="datetimeFigureOut">
              <a:rPr lang="id-ID" smtClean="0"/>
              <a:t>10/10/2024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5D6A-EB7D-45B1-B382-EA5E12B9C5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4386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2C2E-AD48-4B2E-80CD-1260A820A3B9}" type="datetimeFigureOut">
              <a:rPr lang="id-ID" smtClean="0"/>
              <a:t>10/10/2024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5D6A-EB7D-45B1-B382-EA5E12B9C5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84649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2C2E-AD48-4B2E-80CD-1260A820A3B9}" type="datetimeFigureOut">
              <a:rPr lang="id-ID" smtClean="0"/>
              <a:t>10/10/2024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5D6A-EB7D-45B1-B382-EA5E12B9C5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4778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2C2E-AD48-4B2E-80CD-1260A820A3B9}" type="datetimeFigureOut">
              <a:rPr lang="id-ID" smtClean="0"/>
              <a:t>10/10/2024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5D6A-EB7D-45B1-B382-EA5E12B9C5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06854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2C2E-AD48-4B2E-80CD-1260A820A3B9}" type="datetimeFigureOut">
              <a:rPr lang="id-ID" smtClean="0"/>
              <a:t>10/10/2024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5D6A-EB7D-45B1-B382-EA5E12B9C5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45979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2C2E-AD48-4B2E-80CD-1260A820A3B9}" type="datetimeFigureOut">
              <a:rPr lang="id-ID" smtClean="0"/>
              <a:t>10/10/2024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5D6A-EB7D-45B1-B382-EA5E12B9C5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9199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02C2E-AD48-4B2E-80CD-1260A820A3B9}" type="datetimeFigureOut">
              <a:rPr lang="id-ID" smtClean="0"/>
              <a:t>10/10/2024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85D6A-EB7D-45B1-B382-EA5E12B9C5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7933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02C2E-AD48-4B2E-80CD-1260A820A3B9}" type="datetimeFigureOut">
              <a:rPr lang="id-ID" smtClean="0"/>
              <a:t>10/10/2024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85D6A-EB7D-45B1-B382-EA5E12B9C5DB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1620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165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JOE</dc:creator>
  <cp:lastModifiedBy>JOE</cp:lastModifiedBy>
  <cp:revision>2</cp:revision>
  <dcterms:created xsi:type="dcterms:W3CDTF">2024-10-10T14:16:46Z</dcterms:created>
  <dcterms:modified xsi:type="dcterms:W3CDTF">2024-10-10T14:20:52Z</dcterms:modified>
</cp:coreProperties>
</file>